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x="18288000" cy="10287000"/>
  <p:notesSz cx="6858000" cy="9144000"/>
  <p:embeddedFontLst>
    <p:embeddedFont>
      <p:font typeface="Canva Sans" charset="1" panose="020B0503030501040103"/>
      <p:regular r:id="rId5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fonts/font55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forms.gle/VvW6CBxzkZHyA4Gd8" TargetMode="External" Type="http://schemas.openxmlformats.org/officeDocument/2006/relationships/hyperlink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15192" y="0"/>
            <a:ext cx="22221233" cy="12367211"/>
            <a:chOff x="0" y="0"/>
            <a:chExt cx="1537527" cy="8557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37527" cy="855709"/>
            </a:xfrm>
            <a:custGeom>
              <a:avLst/>
              <a:gdLst/>
              <a:ahLst/>
              <a:cxnLst/>
              <a:rect r="r" b="b" t="t" l="l"/>
              <a:pathLst>
                <a:path h="855709" w="1537527">
                  <a:moveTo>
                    <a:pt x="0" y="0"/>
                  </a:moveTo>
                  <a:lnTo>
                    <a:pt x="1537527" y="0"/>
                  </a:lnTo>
                  <a:lnTo>
                    <a:pt x="1537527" y="855709"/>
                  </a:lnTo>
                  <a:lnTo>
                    <a:pt x="0" y="8557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37527" cy="8938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540050" y="4274503"/>
            <a:ext cx="1320790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MARKETING STRATEGY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87971" y="4274503"/>
            <a:ext cx="1631205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CORPORATE PRESENTATION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608040" y="4274503"/>
            <a:ext cx="1107192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FINANCIAL REPORT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839839" y="4274503"/>
            <a:ext cx="1260832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BUSINESS PROPOSAL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820940" y="4274503"/>
            <a:ext cx="864612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PROJECT PLAN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334694" y="4274503"/>
            <a:ext cx="7618611" cy="319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</a:p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SALES PITCH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891185" y="4274503"/>
            <a:ext cx="1250563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COMPANY OVERVIEW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80694" y="4274503"/>
            <a:ext cx="972661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ANNUAL REPORT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617839" y="4274503"/>
            <a:ext cx="905232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TEAM MEETING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718718" y="4274503"/>
            <a:ext cx="1085056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PRODUCT LAUNCH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381649" y="4274503"/>
            <a:ext cx="952470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INVESTOR PITCH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441279" y="4274503"/>
            <a:ext cx="940544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SWOT ANALYSIS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577358" y="4274503"/>
            <a:ext cx="913328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BUSINESS PLAN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414067" y="4274503"/>
            <a:ext cx="1145986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MARKET RESEARCH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893294" y="4274503"/>
            <a:ext cx="1050141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BRAND STRATEGY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297138" y="4274503"/>
            <a:ext cx="1169372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SOCIAL MEDIA PLAN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05745" y="4274503"/>
            <a:ext cx="1207650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CONTENT CALENDER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14799" y="4274503"/>
            <a:ext cx="1165840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BUDGET PROPOSAL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03091" y="4274503"/>
            <a:ext cx="11681817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QUARTERLY REVIEW 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35301" y="4274503"/>
            <a:ext cx="981739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ANNUAL REVIEW 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33899" y="4274503"/>
            <a:ext cx="1162020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STRATEGY MEETING 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55019" y="4274503"/>
            <a:ext cx="1337796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CLIENT PRESENTATION 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92038" y="4274503"/>
            <a:ext cx="1710392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POWERPOINT PRESENTATION 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836196" y="4274503"/>
            <a:ext cx="661560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PORTFOLIO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00960" y="4274503"/>
            <a:ext cx="688607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PITCH DECK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724894" y="4274503"/>
            <a:ext cx="1283821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EXECUTIVE SUMMARY 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36" y="-265778"/>
            <a:ext cx="18226864" cy="11747061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241131" y="4274503"/>
            <a:ext cx="780573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CONCLUSION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56629" y="-2044257"/>
            <a:ext cx="19453370" cy="12537534"/>
            <a:chOff x="0" y="0"/>
            <a:chExt cx="1261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261149">
                  <a:moveTo>
                    <a:pt x="0" y="0"/>
                  </a:moveTo>
                  <a:lnTo>
                    <a:pt x="1261149" y="0"/>
                  </a:lnTo>
                  <a:lnTo>
                    <a:pt x="12611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11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840312" y="94747"/>
            <a:ext cx="6928162" cy="5987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</a:pPr>
            <a:r>
              <a:rPr lang="en-US" sz="309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🔥 FREE TRIAL - FIRST 50 PEOPLE 🔥</a:t>
            </a:r>
          </a:p>
          <a:p>
            <a:pPr algn="ctr">
              <a:lnSpc>
                <a:spcPts val="4326"/>
              </a:lnSpc>
            </a:pPr>
          </a:p>
          <a:p>
            <a:pPr algn="ctr">
              <a:lnSpc>
                <a:spcPts val="4326"/>
              </a:lnSpc>
            </a:pPr>
            <a:r>
              <a:rPr lang="en-US" sz="309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GET 10 CUSTOM SLIDES FREE</a:t>
            </a:r>
          </a:p>
          <a:p>
            <a:pPr algn="ctr">
              <a:lnSpc>
                <a:spcPts val="4326"/>
              </a:lnSpc>
            </a:pPr>
          </a:p>
          <a:p>
            <a:pPr algn="ctr">
              <a:lnSpc>
                <a:spcPts val="4326"/>
              </a:lnSpc>
            </a:pPr>
            <a:r>
              <a:rPr lang="en-US" sz="309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1. TAP BUTTON BELOW</a:t>
            </a:r>
          </a:p>
          <a:p>
            <a:pPr algn="ctr">
              <a:lnSpc>
                <a:spcPts val="4326"/>
              </a:lnSpc>
            </a:pPr>
            <a:r>
              <a:rPr lang="en-US" sz="309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2. FILL FORM IN 30 SEC</a:t>
            </a:r>
          </a:p>
          <a:p>
            <a:pPr algn="ctr">
              <a:lnSpc>
                <a:spcPts val="4326"/>
              </a:lnSpc>
            </a:pPr>
            <a:r>
              <a:rPr lang="en-US" sz="309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3. WE SEND SLIDES IN 2 MIN</a:t>
            </a:r>
          </a:p>
          <a:p>
            <a:pPr algn="ctr">
              <a:lnSpc>
                <a:spcPts val="4326"/>
              </a:lnSpc>
            </a:pPr>
            <a:r>
              <a:rPr lang="en-US" sz="309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4. LOVE IT? PAY K35 LATER</a:t>
            </a:r>
          </a:p>
          <a:p>
            <a:pPr algn="ctr">
              <a:lnSpc>
                <a:spcPts val="4326"/>
              </a:lnSpc>
            </a:pPr>
          </a:p>
          <a:p>
            <a:pPr algn="ctr">
              <a:lnSpc>
                <a:spcPts val="4326"/>
              </a:lnSpc>
            </a:pPr>
            <a:r>
              <a:rPr lang="en-US" sz="309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POWERED BY CHOLAI TECH</a:t>
            </a:r>
          </a:p>
          <a:p>
            <a:pPr algn="ctr">
              <a:lnSpc>
                <a:spcPts val="4326"/>
              </a:lnSpc>
            </a:pPr>
            <a:r>
              <a:rPr lang="en-US" sz="3090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WHATSAPP: 675 72827573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777120" y="6335351"/>
            <a:ext cx="5378194" cy="1986206"/>
            <a:chOff x="0" y="0"/>
            <a:chExt cx="3201524" cy="11823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01525" cy="1182346"/>
            </a:xfrm>
            <a:custGeom>
              <a:avLst/>
              <a:gdLst/>
              <a:ahLst/>
              <a:cxnLst/>
              <a:rect r="r" b="b" t="t" l="l"/>
              <a:pathLst>
                <a:path h="1182346" w="3201525">
                  <a:moveTo>
                    <a:pt x="73415" y="0"/>
                  </a:moveTo>
                  <a:lnTo>
                    <a:pt x="3128110" y="0"/>
                  </a:lnTo>
                  <a:cubicBezTo>
                    <a:pt x="3168656" y="0"/>
                    <a:pt x="3201525" y="32869"/>
                    <a:pt x="3201525" y="73415"/>
                  </a:cubicBezTo>
                  <a:lnTo>
                    <a:pt x="3201525" y="1108932"/>
                  </a:lnTo>
                  <a:cubicBezTo>
                    <a:pt x="3201525" y="1128402"/>
                    <a:pt x="3193790" y="1147076"/>
                    <a:pt x="3180022" y="1160843"/>
                  </a:cubicBezTo>
                  <a:cubicBezTo>
                    <a:pt x="3166254" y="1174611"/>
                    <a:pt x="3147581" y="1182346"/>
                    <a:pt x="3128110" y="1182346"/>
                  </a:cubicBezTo>
                  <a:lnTo>
                    <a:pt x="73415" y="1182346"/>
                  </a:lnTo>
                  <a:cubicBezTo>
                    <a:pt x="53944" y="1182346"/>
                    <a:pt x="35271" y="1174611"/>
                    <a:pt x="21503" y="1160843"/>
                  </a:cubicBezTo>
                  <a:cubicBezTo>
                    <a:pt x="7735" y="1147076"/>
                    <a:pt x="0" y="1128402"/>
                    <a:pt x="0" y="1108932"/>
                  </a:cubicBezTo>
                  <a:lnTo>
                    <a:pt x="0" y="73415"/>
                  </a:lnTo>
                  <a:cubicBezTo>
                    <a:pt x="0" y="53944"/>
                    <a:pt x="7735" y="35271"/>
                    <a:pt x="21503" y="21503"/>
                  </a:cubicBezTo>
                  <a:cubicBezTo>
                    <a:pt x="35271" y="7735"/>
                    <a:pt x="53944" y="0"/>
                    <a:pt x="73415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201524" cy="1229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  <a:r>
                <a:rPr lang="en-US" sz="3099" u="sng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hlinkClick r:id="rId2" tooltip="https://forms.gle/VvW6CBxzkZHyA4Gd8"/>
                </a:rPr>
                <a:t>Order free Slides now!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DAHR2WN72o8</dc:identifier>
  <dcterms:modified xsi:type="dcterms:W3CDTF">2011-08-01T06:04:30Z</dcterms:modified>
  <cp:revision>1</cp:revision>
  <dc:title>CholaiSlides </dc:title>
</cp:coreProperties>
</file>