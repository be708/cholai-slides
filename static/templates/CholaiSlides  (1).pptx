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presentationml.viewProps+xml" PartName="/ppt/viewProps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2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viewProps" Target="viewProps2.xml"/><Relationship Id="rId3" Type="http://schemas.openxmlformats.org/officeDocument/2006/relationships/presProps" Target="presProps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forms.gle/VvW6CBxzkZHyA4Gd8" TargetMode="External" Type="http://schemas.openxmlformats.org/officeDocument/2006/relationships/hyperlink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15192" y="0"/>
            <a:ext cx="22221233" cy="12367211"/>
            <a:chOff x="0" y="0"/>
            <a:chExt cx="1537527" cy="8557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7527" cy="855709"/>
            </a:xfrm>
            <a:custGeom>
              <a:avLst/>
              <a:gdLst/>
              <a:ahLst/>
              <a:cxnLst/>
              <a:rect r="r" b="b" t="t" l="l"/>
              <a:pathLst>
                <a:path h="855709" w="1537527">
                  <a:moveTo>
                    <a:pt x="0" y="0"/>
                  </a:moveTo>
                  <a:lnTo>
                    <a:pt x="1537527" y="0"/>
                  </a:lnTo>
                  <a:lnTo>
                    <a:pt x="1537527" y="855709"/>
                  </a:lnTo>
                  <a:lnTo>
                    <a:pt x="0" y="8557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37527" cy="893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40050" y="4274503"/>
            <a:ext cx="1320790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MARKETING STRATEGY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87971" y="4274503"/>
            <a:ext cx="1631205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CORPORATE PRESENTATION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08040" y="4274503"/>
            <a:ext cx="1107192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FINANCIAL REPORT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39839" y="4274503"/>
            <a:ext cx="1260832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BUSINESS PROPOSAL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820940" y="4274503"/>
            <a:ext cx="864612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PROJECT PLAN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334694" y="4274503"/>
            <a:ext cx="7618611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SALES PITCH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91185" y="4274503"/>
            <a:ext cx="1250563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COMPANY OVERVIEW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80694" y="4274503"/>
            <a:ext cx="972661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ANNUAL REPORT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17839" y="4274503"/>
            <a:ext cx="905232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TEAM MEETING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18718" y="4274503"/>
            <a:ext cx="1085056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PRODUCT LAUNCH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81649" y="4274503"/>
            <a:ext cx="952470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INVESTOR PITCH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41279" y="4274503"/>
            <a:ext cx="940544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SWOT ANALYSIS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77358" y="4274503"/>
            <a:ext cx="913328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BUSINESS PLAN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14067" y="4274503"/>
            <a:ext cx="1145986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MARKET RESEARCH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93294" y="4274503"/>
            <a:ext cx="1050141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BRAND STRATEGY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97138" y="4274503"/>
            <a:ext cx="116937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SOCIAL MEDIA PLAN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5745" y="4274503"/>
            <a:ext cx="1207650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CONTENT CALENDER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14799" y="4274503"/>
            <a:ext cx="1165840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BUDGET PROPOSAL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03091" y="4274503"/>
            <a:ext cx="1168181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QUARTERLY REVIEW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5301" y="4274503"/>
            <a:ext cx="981739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ANNUAL REVIEW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33899" y="4274503"/>
            <a:ext cx="1162020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STRATEGY MEETING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55019" y="4274503"/>
            <a:ext cx="1337796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CLIENT PRESENTATION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92038" y="4274503"/>
            <a:ext cx="171039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POWERPOINT PRESENTATION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36196" y="4274503"/>
            <a:ext cx="661560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PORTFOLIO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00960" y="4274503"/>
            <a:ext cx="68860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PITCH DECK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24894" y="4274503"/>
            <a:ext cx="1283821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EXECUTIVE SUMMARY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41131" y="4274503"/>
            <a:ext cx="780573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CONCLUSION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6629" y="-2044257"/>
            <a:ext cx="19453370" cy="12537534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40312" y="94747"/>
            <a:ext cx="6928162" cy="598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🔥 FREE TRIAL - FIRST 50 PEOPLE 🔥</a:t>
            </a:r>
          </a:p>
          <a:p>
            <a:pPr algn="ctr">
              <a:lnSpc>
                <a:spcPts val="4326"/>
              </a:lnSpc>
            </a:pP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GET 10 CUSTOM SLIDES FREE</a:t>
            </a:r>
          </a:p>
          <a:p>
            <a:pPr algn="ctr">
              <a:lnSpc>
                <a:spcPts val="4326"/>
              </a:lnSpc>
            </a:pP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1. TAP BUTTON BELOW</a:t>
            </a: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2. FILL FORM IN 30 SEC</a:t>
            </a: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3. WE SEND SLIDES IN 2 MIN</a:t>
            </a: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4. LOVE IT? PAY K35 LATER</a:t>
            </a:r>
          </a:p>
          <a:p>
            <a:pPr algn="ctr">
              <a:lnSpc>
                <a:spcPts val="4326"/>
              </a:lnSpc>
            </a:pP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POWERED BY CHOLAI TECH</a:t>
            </a: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WHATSAPP: 675 72827573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777120" y="6335351"/>
            <a:ext cx="5378194" cy="1986206"/>
            <a:chOff x="0" y="0"/>
            <a:chExt cx="3201524" cy="11823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01525" cy="1182346"/>
            </a:xfrm>
            <a:custGeom>
              <a:avLst/>
              <a:gdLst/>
              <a:ahLst/>
              <a:cxnLst/>
              <a:rect r="r" b="b" t="t" l="l"/>
              <a:pathLst>
                <a:path h="1182346" w="3201525">
                  <a:moveTo>
                    <a:pt x="73415" y="0"/>
                  </a:moveTo>
                  <a:lnTo>
                    <a:pt x="3128110" y="0"/>
                  </a:lnTo>
                  <a:cubicBezTo>
                    <a:pt x="3168656" y="0"/>
                    <a:pt x="3201525" y="32869"/>
                    <a:pt x="3201525" y="73415"/>
                  </a:cubicBezTo>
                  <a:lnTo>
                    <a:pt x="3201525" y="1108932"/>
                  </a:lnTo>
                  <a:cubicBezTo>
                    <a:pt x="3201525" y="1128402"/>
                    <a:pt x="3193790" y="1147076"/>
                    <a:pt x="3180022" y="1160843"/>
                  </a:cubicBezTo>
                  <a:cubicBezTo>
                    <a:pt x="3166254" y="1174611"/>
                    <a:pt x="3147581" y="1182346"/>
                    <a:pt x="3128110" y="1182346"/>
                  </a:cubicBezTo>
                  <a:lnTo>
                    <a:pt x="73415" y="1182346"/>
                  </a:lnTo>
                  <a:cubicBezTo>
                    <a:pt x="53944" y="1182346"/>
                    <a:pt x="35271" y="1174611"/>
                    <a:pt x="21503" y="1160843"/>
                  </a:cubicBezTo>
                  <a:cubicBezTo>
                    <a:pt x="7735" y="1147076"/>
                    <a:pt x="0" y="1128402"/>
                    <a:pt x="0" y="1108932"/>
                  </a:cubicBezTo>
                  <a:lnTo>
                    <a:pt x="0" y="73415"/>
                  </a:lnTo>
                  <a:cubicBezTo>
                    <a:pt x="0" y="53944"/>
                    <a:pt x="7735" y="35271"/>
                    <a:pt x="21503" y="21503"/>
                  </a:cubicBezTo>
                  <a:cubicBezTo>
                    <a:pt x="35271" y="7735"/>
                    <a:pt x="53944" y="0"/>
                    <a:pt x="73415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201524" cy="1229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 u="sng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2" tooltip="https://forms.gle/VvW6CBxzkZHyA4Gd8"/>
                </a:rPr>
                <a:t>Order free Slides now!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